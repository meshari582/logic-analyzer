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907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3175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75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5442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7709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7709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9977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9977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244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2244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4511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6778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046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046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1313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33580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33580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8115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0382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0382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2650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44917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4917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07184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7184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451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31719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31719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93986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56253" y="562356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18521" y="5257800"/>
            <a:ext cx="914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18521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80788" y="5257800"/>
            <a:ext cx="462267" cy="91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</a:t>
            </a:r>
            <a:endParaRPr lang="en-US" sz="5400" dirty="0"/>
          </a:p>
        </p:txBody>
      </p:sp>
      <p:sp>
        <p:nvSpPr>
          <p:cNvPr id="39" name="Text 37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Guide &amp; System Overview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8680" y="38862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sampled at up to 10 MS/s inside a MAX 10 FPGA — stored in on-chip RAM — read out by an STM32 — displayed on a PC.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" y="5806440"/>
            <a:ext cx="210312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FPGA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54680" y="5806440"/>
            <a:ext cx="210312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5806440"/>
            <a:ext cx="210312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wire in. A picture on screen.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assignment is one signal chain, built once and proven at every stage before moving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23B4A"/>
          </a:solidFill>
          <a:ln/>
          <a:effectLst>
            <a:outerShdw sx="100000" sy="100000" kx="0" ky="0" algn="bl" rotWithShape="0" blurRad="76200" dist="38100" dir="5400000">
              <a:srgbClr val="13343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the probe wire at up to 10 MS/s, finds the trigger, stores the capture in on-chip block 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2424" y="2980944"/>
            <a:ext cx="393192" cy="256032"/>
          </a:xfrm>
          <a:prstGeom prst="rightArrow">
            <a:avLst/>
          </a:prstGeom>
          <a:solidFill>
            <a:srgbClr val="2FE6C9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3317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13343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2278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the buffer bit by bit, packs it into bytes, frames it, and streams it out over UART.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84264" y="2980944"/>
            <a:ext cx="393192" cy="256032"/>
          </a:xfrm>
          <a:prstGeom prst="rightArrow">
            <a:avLst/>
          </a:prstGeom>
          <a:solidFill>
            <a:srgbClr val="2FE6C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23317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23B4A"/>
          </a:solidFill>
          <a:ln/>
          <a:effectLst>
            <a:outerShdw sx="100000" sy="100000" kx="0" ky="0" algn="bl" rotWithShape="0" blurRad="76200" dist="38100" dir="5400000">
              <a:srgbClr val="13343E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32278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frames, rebuilds the samples, plots the waveform, and can export a VCD file.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2F7F8"/>
          </a:solidFill>
          <a:ln w="12700">
            <a:solidFill>
              <a:srgbClr val="D7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34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 that ties every module together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7548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FPGA works in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link works in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PC works in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again. Packing and unpacking is purely a software transport detail — every module below exists to do one job in one of these domains, or to move data safely across the boundary between them.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Module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subsystems, two interfaces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2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— capture engine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22199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that touches the probe wire. Built from six small Verilog modules on one sample clock. Finishes when a full buffer sits in block RAM.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2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429000"/>
            <a:ext cx="594360" cy="59436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2735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— controller &amp; relay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63931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the probe signal. Drives the FPGA handshake, drains the buffer, frames it, and pushes it out over UART. Most of the project's code lives here.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2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846320"/>
            <a:ext cx="594360" cy="59436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46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6908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tool — verification &amp; display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056632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part facing an unreliable link. Checks every frame, reassembles the capture, and turns it into a waveform with cursors and VCD export.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Module Guide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FPGA: six Verilog modules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lines total. Buffer depth, clock rate and input width all live in one shared parameter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Resynchronizes every external signal to the sample clock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rate_div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31363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hardware clock into a chosen sample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286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313639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rising/falling edge that starts a capture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14807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RUNNING / FULL state machine driving the write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16052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297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8056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80560" y="514807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16,384 × 1-bit block RAM holding one capture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16052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23B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297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0" y="47823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514807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counter that hands samples to the MCU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Module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1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synchronizer — two flip-flops on every signal entering the chip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wire, plus the strobe and arm lines from the MCU, are all asynchronous to the FPGA's sample clock. Sampling an asynchronous signal directly risks metastability: an invalid voltage that different downstream logic can resolve differently. Skip this and, in the brief's words, “the instrument becomes a random number generator that occasionally looks right.”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flip-flops in series sit on every signal entering the chip — the probe input, and the strobe and arm lines from the MCU. The first flip-flop is allowed to go metastable; by the time its output reaches the second flip-flop one clock later, it has almost always settled to a clean, valid level.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2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rate_div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Sample-rate generator — a clock-enable pulse, not a second clock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FPGA's hardware clock runs far faster than any useful sample rate, and users need to choose between 10 MS/s and 10 kS/s without redesigning the capture logic. Building an actual second, slower clock signal is exactly the kind of gated-clock trick that causes timing-closure and glitch problems on FPGAs.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counts up to N and produces a single-cycle sample-enable pulse every N clocks, where N comes from the rate-select input. Every other module simply asks “is this the enable pulse?” — nothing downstream needs to know the actual clock frequency.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123B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with an enable pulse, never by building a clock out of logic.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3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detector — the event that anchors the capture window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fixed-time capture would rarely land on the interesting part of a signal. The instrument instead needs to recognize a specific event — a rising or falling edge — and use that instant to anchor the whole capture.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flip-flop holds the previous (synchronized) sample; comparing it against the current sample detects the user-selected edge and produces a single trigger pulse. Kept in its own module with one output so it can grow later — pattern or multi-edge triggers can be added without touching anything else.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4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state machine — IDLE / RUNNING / FULL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has to decide when the instrument is watching for a trigger, when it is actively recording, and when it is done — and guarantee it stops cleanly even if the trigger never arrives. This is the module that touches nearly every other signal in the design.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three-state machine sits between trigger and buffer. IDLE waits for the trigger pulse; RUNNING writes one sample per enable pulse into the buffer; FULL is reached once the last address is written, raising a done flag for the MCU. An abort input and a timeout stop it sitting armed forever.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5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RAM — 16,384 × 1-bit block RAM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captured sample has to be stored somewhere the (much slower, intermittently connected) MCU can retrieve it after the fact. On-chip block RAM lets the capture state machine write at full sample rate with no external dependency.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RAM, 16,384 addresses deep, one bit wide, written one sample per enable pulse from address 0. Address 0 is defined as the trigger sample, so the RAM address and the sample number are always identical — no arithmetic offset to get wrong. At 10 MS/s this is a 1.6 ms capture window.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MODULE 6 OF 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3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MCU-facing address counter — turns the buffer into a bitstream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buffer's contents have to leave the FPGA one bit at a time over a link with only a single data wire — there is no wide parallel bus between the two boards, so the RAM cannot simply be dumped in one operation.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2316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2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6060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address counter walks the buffer from address 0 upward. It continuously drives the sample at its current address onto the data pin, and advances only when the MCU pulses rd_strobe — turning the parallel buffer into a strictly MCU-paced serial stream.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FPGA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↔ MCU: six wires and a handshake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914400"/>
                <a:gridCol w="667512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Width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FPGA → MCU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The sample at the readout module's current address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done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FPGA → MCU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Capture finished; wired to an STM32 EXTI interrupt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arm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MCU → FPGA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Pulse to start a new capture and clear the last one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rd_strobe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MCU → FPGA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Pulse to advance the readout module to the next sample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rate[1:0]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MCU → FPGA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Sample-rate select (board switches can substitute)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cycle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6675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pulses arm — FPGA clears its write pointer, starts watching for the trigger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 — 16,384 samples written, done goes high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 handler sets a flag and returns immediately — nothing else runs in the handler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loop: read data, shift into a byte, then pulse rd_strobe — read first, advance second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16,384 times (2,048 bytes); pulse arm again for the next capture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98080" y="3886200"/>
            <a:ext cx="4114800" cy="2377440"/>
          </a:xfrm>
          <a:prstGeom prst="roundRect">
            <a:avLst>
              <a:gd name="adj" fmla="val 2308"/>
            </a:avLst>
          </a:prstGeom>
          <a:solidFill>
            <a:srgbClr val="123B4A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EASY MISTAKES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4370832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rd_strobe: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async to the FPGA clock too — skip it and get an intermittent bug.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order: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sample = bit 7. Both ends must agree, or captures look almost right.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Interfaces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MCU: where most of the code lives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register access — not a HAL — for the GPIO, timer and UART paths that matter.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25856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13639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arm, rd_strobe and rate-select toward the FPGA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225856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drain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38728" y="313639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data pin 16,384×, packing 8 samples per byte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7648" y="225856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&amp; TX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313639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bytes into the protocol frame, push out UART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20574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6568" y="225856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16568" y="313639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handler only sets a flag and returns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445312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709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33095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commands: arm, status, dump, rate, test, repeat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42519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538728" y="445312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4709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Auto-repeat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38728" y="533095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Re-arm the instant the last frame has gone 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2519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27648" y="445312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4709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Self-timing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327648" y="533095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cycle counter measures drain / transfer / dead 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15400" y="425196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123B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116568" y="4453128"/>
            <a:ext cx="146304" cy="146304"/>
          </a:xfrm>
          <a:prstGeom prst="ellipse">
            <a:avLst/>
          </a:prstGeom>
          <a:solidFill>
            <a:srgbClr val="2FE6C9"/>
          </a:solidFill>
          <a:ln/>
        </p:spPr>
      </p:sp>
      <p:sp>
        <p:nvSpPr>
          <p:cNvPr id="35" name="Text 33"/>
          <p:cNvSpPr/>
          <p:nvPr/>
        </p:nvSpPr>
        <p:spPr>
          <a:xfrm>
            <a:off x="9116568" y="47091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Test-signal generation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16568" y="5330952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in transmit-only mode drives the self-test pattern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MCU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to the PC: UART, 921,600 baud, 8N1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link that shares a machine with a general-purpose OS — it can drop or corrupt bytes, so it's the one place that needs a real protocol.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92240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40233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SOF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2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Start-of-frame marker: 0x55 0xAA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TYPE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 byte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CONFIG / ARM / ABORT / STATUS / DATA / ACK / NAK / ERROR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VER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1 byte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Protocol version, starting at 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SEQ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2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Increments every frame; wraps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LEN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2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Payload length in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LEN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Payload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CRC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2 bytes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30"/>
                          </a:solidFill>
                        </a:rPr>
                        <a:t>CRC-16-CCITT over TYPE through 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057400"/>
            <a:ext cx="4297680" cy="3108960"/>
          </a:xfrm>
          <a:prstGeom prst="roundRect">
            <a:avLst>
              <a:gd name="adj" fmla="val 1765"/>
            </a:avLst>
          </a:prstGeom>
          <a:solidFill>
            <a:srgbClr val="F2F7F8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BUILT THIS 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5603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capture is 2,048 bytes, so it's split across several frames. The PC checks SEQ and CRC on every frame and simply asks again if either is wrong — the FPGA holds the capture until the next arm, so a re-read always works.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is kept separate from the UART driver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moving to USB later only touches the driver, not the framing logic above it.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Interfaces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 tool: verify, rebuild, display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23B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470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arm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sample rate and trigger edge, send arm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470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verify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SEQ + CRC per frame; re-request on failure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23B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84708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0" y="22677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MCU's bit-packing to one sample/element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38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hook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2702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placeholder — left in the pipeline for later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4290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23B4A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538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2702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time axis; zoom, cursors, Δt readout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4290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5387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0" y="3959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self-test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2702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VCD export, plus a PASS/FAIL regression check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The PC Tool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six-step proof ladder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MCU generates the test signal AND receives the capture, so it can check itself and print PASS or FAIL — no squinting at waveforms.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103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pattern through readout, before the capture core exists — proves wiring, strobe, packing, framing, CRC, plotting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9144" cy="155448"/>
          </a:xfrm>
          <a:prstGeom prst="line">
            <a:avLst/>
          </a:prstGeom>
          <a:noFill/>
          <a:ln w="19050">
            <a:solidFill>
              <a:srgbClr val="C7D8D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levels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76148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high → all 1s; drive low → all 0s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264408"/>
            <a:ext cx="9144" cy="155448"/>
          </a:xfrm>
          <a:prstGeom prst="line">
            <a:avLst/>
          </a:prstGeom>
          <a:noFill/>
          <a:ln w="19050">
            <a:solidFill>
              <a:srgbClr val="C7D8D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4198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wave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41985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kHz toggle → exactly 500 samples per run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922776"/>
            <a:ext cx="9144" cy="155448"/>
          </a:xfrm>
          <a:prstGeom prst="line">
            <a:avLst/>
          </a:prstGeom>
          <a:noFill/>
          <a:ln w="19050">
            <a:solidFill>
              <a:srgbClr val="C7D8D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407822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0xB6 over SPI at 100 kHz → 100 samples/bit, 800 samples/byte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581144"/>
            <a:ext cx="9144" cy="155448"/>
          </a:xfrm>
          <a:prstGeom prst="line">
            <a:avLst/>
          </a:prstGeom>
          <a:noFill/>
          <a:ln w="19050">
            <a:solidFill>
              <a:srgbClr val="C7D8D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736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bytes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4736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samples — a single dropped sample now shows as a visible divergence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5239512"/>
            <a:ext cx="9144" cy="155448"/>
          </a:xfrm>
          <a:prstGeom prst="line">
            <a:avLst/>
          </a:prstGeom>
          <a:noFill/>
          <a:ln w="19050">
            <a:solidFill>
              <a:srgbClr val="C7D8D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123B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88720" y="5394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until it breaks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08960" y="5394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SPI clock until decode fails — record the number for the datasheet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Testing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weeks, four checkpoints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has to work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Watch out for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End of day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Blink from own RTL, SignalTap used once, one module simulated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Losing days to tool setup in silence — 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End of week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Design doc done, capture core simulating, ramp test on screen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Writing RTL before the design doc exists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Mid week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Real captures, triggered properly, correct time axis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Trusting the plot before the loopback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End of week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Loopback passing, auto-repeat, VCD, fault handling, datasheet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A30"/>
                          </a:solidFill>
                        </a:rPr>
                        <a:t>Leaving measurements until the last afternoon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means: board wired up, tool running, twenty-byte loopback prints PASS from your own tooling — then the error rate over a hundred runs.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Analyzer — Timeline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design holds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owns exactly one job in one domain: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samples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the FPGA,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bytes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two links, and </a:t>
            </a:r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samples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3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 on the PC.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makes the crossing from an unclocked wire safe. rate_div turns one clock into any sample rate. trigger and capture decide when and how to record. buffer and readout store a capture and hand it out one bit at a time. The MCU bridges that narrow protocol to a checksummed one that survives a shared, unreliable link — and the PC turns it back into the picture the brief promised: clip it onto a wire, hit capture, see what happened.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166360"/>
            <a:ext cx="10332720" cy="960120"/>
          </a:xfrm>
          <a:prstGeom prst="roundRect">
            <a:avLst>
              <a:gd name="adj" fmla="val 5714"/>
            </a:avLst>
          </a:prstGeom>
          <a:solidFill>
            <a:srgbClr val="123B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1663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strategy exists to catch the one failure mode that matters most: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 that looks almost right.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Analyzer — Module Guide</dc:title>
  <dc:subject>PptxGenJS Presentation</dc:subject>
  <dc:creator>Logic Analyzer Project</dc:creator>
  <cp:lastModifiedBy>Logic Analyzer Project</cp:lastModifiedBy>
  <cp:revision>1</cp:revision>
  <dcterms:created xsi:type="dcterms:W3CDTF">2026-08-16T04:57:35Z</dcterms:created>
  <dcterms:modified xsi:type="dcterms:W3CDTF">2026-08-16T04:57:35Z</dcterms:modified>
</cp:coreProperties>
</file>